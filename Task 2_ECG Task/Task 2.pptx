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7875" cy="9143850"/>
  <p:embeddedFontLst>
    <p:embeddedFont>
      <p:font typeface="Pinyon Script"/>
      <p:regular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IPlv4G6C9oezIiOo+HmnHPXmd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font" Target="fonts/PinyonScrip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4;n"/>
          <p:cNvSpPr txBox="1"/>
          <p:nvPr>
            <p:ph idx="2" type="hdr"/>
          </p:nvPr>
        </p:nvSpPr>
        <p:spPr>
          <a:xfrm>
            <a:off x="0" y="0"/>
            <a:ext cx="2971799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3884613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0" y="8685213"/>
            <a:ext cx="2971799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 txBox="1"/>
          <p:nvPr>
            <p:ph idx="3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 txBox="1"/>
          <p:nvPr>
            <p:ph idx="3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 txBox="1"/>
          <p:nvPr>
            <p:ph idx="3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showMasterSp="0" type="title">
  <p:cSld name="TITLE"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自定义版式" showMasterSp="0">
  <p:cSld name="自定义版式"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自定义版式" showMasterSp="0">
  <p:cSld name="自定义版式 2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/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46" name="Google Shape;4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9pPr>
          </a:lstStyle>
          <a:p/>
        </p:txBody>
      </p:sp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5" name="Google Shape;5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9pPr>
          </a:lstStyle>
          <a:p/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9pPr>
          </a:lstStyle>
          <a:p/>
        </p:txBody>
      </p:sp>
      <p:sp>
        <p:nvSpPr>
          <p:cNvPr id="71" name="Google Shape;71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本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垂直排列标题与文本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/>
          <p:nvPr/>
        </p:nvSpPr>
        <p:spPr>
          <a:xfrm>
            <a:off x="6023674" y="2400904"/>
            <a:ext cx="6168327" cy="1291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Human Computer Interfaces (HCI)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6604860" y="4118634"/>
            <a:ext cx="5005951" cy="75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ECG Task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>
            <p:ph idx="11" type="ftr"/>
          </p:nvPr>
        </p:nvSpPr>
        <p:spPr>
          <a:xfrm>
            <a:off x="7339647" y="6293526"/>
            <a:ext cx="4640451" cy="385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Faculty of Computer and Information Sciences- 2026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b="0" l="0" r="8388" t="0"/>
          <a:stretch/>
        </p:blipFill>
        <p:spPr>
          <a:xfrm>
            <a:off x="0" y="92988"/>
            <a:ext cx="12192000" cy="676501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>
            <p:ph idx="11" type="ftr"/>
          </p:nvPr>
        </p:nvSpPr>
        <p:spPr>
          <a:xfrm>
            <a:off x="0" y="6263362"/>
            <a:ext cx="5151895" cy="501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Faculty of Computer and Information Sciences- 2026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>
            <p:ph idx="12" type="sldNum"/>
          </p:nvPr>
        </p:nvSpPr>
        <p:spPr>
          <a:xfrm>
            <a:off x="11598729" y="6263362"/>
            <a:ext cx="458491" cy="501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6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729712" y="390742"/>
            <a:ext cx="10515600" cy="1339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Calibri"/>
              <a:buNone/>
            </a:pPr>
            <a:r>
              <a:rPr b="1" i="0" lang="en-US" sz="40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IMPORTANT NOTES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321498" y="1730432"/>
            <a:ext cx="10923813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This work is to be completed individually (each student on their own).</a:t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work must be submitted next week.</a:t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Each student must come and submit the work in their own lab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   “Attending or submitting in any other lab is prohibited”.</a:t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provided code will be discussed, so it is essential to understand every part of it.</a:t>
            </a:r>
            <a:endParaRPr b="0" i="0" sz="3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2"/>
          <p:cNvPicPr preferRelativeResize="0"/>
          <p:nvPr/>
        </p:nvPicPr>
        <p:blipFill rotWithShape="1">
          <a:blip r:embed="rId3">
            <a:alphaModFix/>
          </a:blip>
          <a:srcRect b="5699" l="73127" r="952" t="59257"/>
          <a:stretch/>
        </p:blipFill>
        <p:spPr>
          <a:xfrm rot="10800000">
            <a:off x="0" y="-229516"/>
            <a:ext cx="2628901" cy="2011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 txBox="1"/>
          <p:nvPr>
            <p:ph idx="11" type="ftr"/>
          </p:nvPr>
        </p:nvSpPr>
        <p:spPr>
          <a:xfrm>
            <a:off x="-1" y="6472391"/>
            <a:ext cx="47189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Faculty of Computer and Information Sciences- 2026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>
            <p:ph idx="12" type="sldNum"/>
          </p:nvPr>
        </p:nvSpPr>
        <p:spPr>
          <a:xfrm>
            <a:off x="9066693" y="6384853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6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3521502" y="3845374"/>
            <a:ext cx="4471861" cy="1143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4388304" y="2838946"/>
            <a:ext cx="3415392" cy="9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600"/>
              <a:buFont typeface="Calibri"/>
              <a:buNone/>
            </a:pPr>
            <a:r>
              <a:rPr b="1" i="0" lang="en-US" sz="6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Task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3"/>
          <p:cNvPicPr preferRelativeResize="0"/>
          <p:nvPr/>
        </p:nvPicPr>
        <p:blipFill rotWithShape="1">
          <a:blip r:embed="rId4">
            <a:alphaModFix/>
          </a:blip>
          <a:srcRect b="5699" l="73127" r="952" t="9246"/>
          <a:stretch/>
        </p:blipFill>
        <p:spPr>
          <a:xfrm rot="10800000">
            <a:off x="0" y="-38022"/>
            <a:ext cx="3449665" cy="5753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idx="11" type="ftr"/>
          </p:nvPr>
        </p:nvSpPr>
        <p:spPr>
          <a:xfrm>
            <a:off x="-1" y="6488719"/>
            <a:ext cx="47189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Faculty of Computer and Information Sciences- 2026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>
            <p:ph idx="12" type="sldNum"/>
          </p:nvPr>
        </p:nvSpPr>
        <p:spPr>
          <a:xfrm>
            <a:off x="9120013" y="641750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6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12028714" y="-81644"/>
            <a:ext cx="163286" cy="693964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276897" y="265524"/>
            <a:ext cx="11751816" cy="60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1" i="0" sz="28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signal files “ECG_Ali, ECG_Mohamed” </a:t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 file as Test signal </a:t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Requirements </a:t>
            </a:r>
            <a:endParaRPr b="1" i="0" sz="28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 Detection of 3 fiducial points: QRS for each signal and </a:t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save it feature Map (QR interval, RS interval, QS slope) </a:t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2- Detection of Non-fiducial points: DWT and AC+DCT for each signal save it feature Map</a:t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3- Saving the feature Maps as excel file </a:t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4- Select the most distinctive feature to Identify the test signal based on two signal files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4"/>
          <p:cNvPicPr preferRelativeResize="0"/>
          <p:nvPr/>
        </p:nvPicPr>
        <p:blipFill rotWithShape="1">
          <a:blip r:embed="rId3">
            <a:alphaModFix/>
          </a:blip>
          <a:srcRect b="5698" l="73127" r="952" t="40427"/>
          <a:stretch/>
        </p:blipFill>
        <p:spPr>
          <a:xfrm rot="10800000">
            <a:off x="10491611" y="9873"/>
            <a:ext cx="1518557" cy="1786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632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>
            <p:ph idx="11" type="ftr"/>
          </p:nvPr>
        </p:nvSpPr>
        <p:spPr>
          <a:xfrm>
            <a:off x="0" y="647239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Faculty of Computer and Information Sciences- 2025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>
            <p:ph idx="12" type="sldNum"/>
          </p:nvPr>
        </p:nvSpPr>
        <p:spPr>
          <a:xfrm>
            <a:off x="8936064" y="64723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5"/>
          <p:cNvPicPr preferRelativeResize="0"/>
          <p:nvPr/>
        </p:nvPicPr>
        <p:blipFill rotWithShape="1">
          <a:blip r:embed="rId4">
            <a:alphaModFix/>
          </a:blip>
          <a:srcRect b="3809" l="0" r="2366" t="0"/>
          <a:stretch/>
        </p:blipFill>
        <p:spPr>
          <a:xfrm>
            <a:off x="160564" y="261257"/>
            <a:ext cx="11903529" cy="659674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/>
          <p:nvPr/>
        </p:nvSpPr>
        <p:spPr>
          <a:xfrm>
            <a:off x="2979967" y="1905684"/>
            <a:ext cx="6098719" cy="309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FFA"/>
              </a:buClr>
              <a:buSzPts val="6600"/>
              <a:buFont typeface="Pinyon Script"/>
              <a:buNone/>
            </a:pPr>
            <a:r>
              <a:rPr b="0" i="0" lang="en-US" sz="6600" u="none" cap="none" strike="noStrike">
                <a:solidFill>
                  <a:srgbClr val="008FFA"/>
                </a:solidFill>
                <a:latin typeface="Pinyon Script"/>
                <a:ea typeface="Pinyon Script"/>
                <a:cs typeface="Pinyon Script"/>
                <a:sym typeface="Pinyon Script"/>
              </a:rPr>
              <a:t>Any Questions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600"/>
              <a:buFont typeface="Pinyon Script"/>
              <a:buNone/>
            </a:pPr>
            <a:r>
              <a:rPr b="0" i="0" lang="en-US" sz="6600" u="none" cap="none" strike="noStrike">
                <a:solidFill>
                  <a:srgbClr val="C00000"/>
                </a:solidFill>
                <a:latin typeface="Pinyon Script"/>
                <a:ea typeface="Pinyon Script"/>
                <a:cs typeface="Pinyon Script"/>
                <a:sym typeface="Pinyon Script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otesMaster1">
  <a:themeElements>
    <a:clrScheme name="notesMaster1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2025-02-15T19:22:28Z</dcterms:created>
  <dc:creator>ok</dc:creator>
</cp:coreProperties>
</file>